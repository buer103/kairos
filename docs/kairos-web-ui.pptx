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914400"/>
            <a:ext cx="274320" cy="274320"/>
          </a:xfrm>
          <a:prstGeom prst="ellipse">
            <a:avLst/>
          </a:prstGeom>
          <a:solidFill>
            <a:srgbClr val="27A644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1887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Kairos Web UI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Linear-inspired dark theme  ·  SSE streaming  ·  Session management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347472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191A1B"/>
          </a:solidFill>
          <a:ln w="6350">
            <a:solidFill>
              <a:srgbClr val="3E3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40233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SSE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output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347472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191A1B"/>
          </a:solidFill>
          <a:ln w="6350">
            <a:solidFill>
              <a:srgbClr val="3E3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40233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tool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details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47472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191A1B"/>
          </a:solidFill>
          <a:ln w="6350">
            <a:solidFill>
              <a:srgbClr val="3E3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40233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load, save,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sessions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78240" y="347472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191A1B"/>
          </a:solidFill>
          <a:ln w="6350">
            <a:solidFill>
              <a:srgbClr val="3E3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61120" y="40233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everywhere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6A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kairos web  →  http://127.0.0.1:8080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Interface — SSE Streaming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4937760"/>
          </a:xfrm>
          <a:prstGeom prst="roundRect">
            <a:avLst>
              <a:gd name="adj" fmla="val 2222"/>
            </a:avLst>
          </a:prstGeom>
          <a:solidFill>
            <a:srgbClr val="0F1011"/>
          </a:solidFill>
          <a:ln w="6350">
            <a:solidFill>
              <a:srgbClr val="3E3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solidFill>
            <a:srgbClr val="14151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72768"/>
            <a:ext cx="128016" cy="12801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57276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572768"/>
            <a:ext cx="128016" cy="128016"/>
          </a:xfrm>
          <a:prstGeom prst="ellipse">
            <a:avLst/>
          </a:prstGeom>
          <a:solidFill>
            <a:srgbClr val="27A644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481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2286000" cy="4572000"/>
          </a:xfrm>
          <a:prstGeom prst="rect">
            <a:avLst/>
          </a:prstGeom>
          <a:solidFill>
            <a:srgbClr val="0F1011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🔵 Kairos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377440"/>
            <a:ext cx="1965960" cy="320040"/>
          </a:xfrm>
          <a:prstGeom prst="roundRect">
            <a:avLst>
              <a:gd name="adj" fmla="val 11429"/>
            </a:avLst>
          </a:prstGeom>
          <a:solidFill>
            <a:srgbClr val="1E215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debug-431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788920"/>
            <a:ext cx="1965960" cy="320040"/>
          </a:xfrm>
          <a:prstGeom prst="roundRect">
            <a:avLst>
              <a:gd name="adj" fmla="val 11429"/>
            </a:avLst>
          </a:prstGeom>
          <a:solidFill>
            <a:srgbClr val="0F1011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788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api-design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200400"/>
            <a:ext cx="1965960" cy="320040"/>
          </a:xfrm>
          <a:prstGeom prst="roundRect">
            <a:avLst>
              <a:gd name="adj" fmla="val 11429"/>
            </a:avLst>
          </a:prstGeom>
          <a:solidFill>
            <a:srgbClr val="0F101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611880"/>
            <a:ext cx="1965960" cy="320040"/>
          </a:xfrm>
          <a:prstGeom prst="roundRect">
            <a:avLst>
              <a:gd name="adj" fmla="val 11429"/>
            </a:avLst>
          </a:prstGeom>
          <a:solidFill>
            <a:srgbClr val="0F101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new-feature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0" y="1901952"/>
            <a:ext cx="822960" cy="274320"/>
          </a:xfrm>
          <a:prstGeom prst="roundRect">
            <a:avLst>
              <a:gd name="adj" fmla="val 333000000"/>
            </a:avLst>
          </a:prstGeom>
          <a:solidFill>
            <a:srgbClr val="191A1B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1901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98080" y="237744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191A1B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24505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health check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for Kairos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3200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17520" y="34015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a FastAPI health check endpoint: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17520" y="3749040"/>
            <a:ext cx="7772400" cy="1645920"/>
          </a:xfrm>
          <a:prstGeom prst="roundRect">
            <a:avLst>
              <a:gd name="adj" fmla="val 4444"/>
            </a:avLst>
          </a:prstGeom>
          <a:solidFill>
            <a:srgbClr val="191A1B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8404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D0D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@app.get("/health")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D0D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health():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D0D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{"status": "ok"}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26080" y="5852160"/>
            <a:ext cx="7863840" cy="384048"/>
          </a:xfrm>
          <a:prstGeom prst="roundRect">
            <a:avLst>
              <a:gd name="adj" fmla="val 9524"/>
            </a:avLst>
          </a:prstGeom>
          <a:solidFill>
            <a:srgbClr val="191A1B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5852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message...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424160" y="5852160"/>
            <a:ext cx="457200" cy="384048"/>
          </a:xfrm>
          <a:prstGeom prst="roundRect">
            <a:avLst>
              <a:gd name="adj" fmla="val 9524"/>
            </a:avLst>
          </a:prstGeom>
          <a:solidFill>
            <a:srgbClr val="5E6AD2"/>
          </a:solidFill>
          <a:ln/>
        </p:spPr>
      </p:sp>
      <p:sp>
        <p:nvSpPr>
          <p:cNvPr id="32" name="Text 30"/>
          <p:cNvSpPr/>
          <p:nvPr/>
        </p:nvSpPr>
        <p:spPr>
          <a:xfrm>
            <a:off x="10424160" y="58521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Call Visibility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shown inline — click to expand details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0972800" cy="4206240"/>
          </a:xfrm>
          <a:prstGeom prst="roundRect">
            <a:avLst>
              <a:gd name="adj" fmla="val 2174"/>
            </a:avLst>
          </a:prstGeom>
          <a:solidFill>
            <a:srgbClr val="0F1011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check the code and run tests.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6400800" cy="320040"/>
          </a:xfrm>
          <a:prstGeom prst="roundRect">
            <a:avLst>
              <a:gd name="adj" fmla="val 11429"/>
            </a:avLst>
          </a:prstGeom>
          <a:solidFill>
            <a:srgbClr val="191A1B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search_files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6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matches found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246120"/>
            <a:ext cx="6400800" cy="1188720"/>
          </a:xfrm>
          <a:prstGeom prst="roundRect">
            <a:avLst>
              <a:gd name="adj" fmla="val 3077"/>
            </a:avLst>
          </a:prstGeom>
          <a:solidFill>
            <a:srgbClr val="191A1B"/>
          </a:solidFill>
          <a:ln w="6350">
            <a:solidFill>
              <a:srgbClr val="5E6A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terminal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1344 passed in 12.3s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566160"/>
            <a:ext cx="6400800" cy="0"/>
          </a:xfrm>
          <a:prstGeom prst="line">
            <a:avLst/>
          </a:prstGeom>
          <a:noFill/>
          <a:ln w="3810">
            <a:solidFill>
              <a:srgbClr val="3E3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"command": "pytest -q", "timeout": 120 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" y="4160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12,340ms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4572000"/>
            <a:ext cx="6400800" cy="320040"/>
          </a:xfrm>
          <a:prstGeom prst="roundRect">
            <a:avLst>
              <a:gd name="adj" fmla="val 11429"/>
            </a:avLst>
          </a:prstGeom>
          <a:solidFill>
            <a:srgbClr val="191A1B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read_file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6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lines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5120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1,344 tests pass. Kairos is healthy.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4754880"/>
          </a:xfrm>
          <a:prstGeom prst="roundRect">
            <a:avLst>
              <a:gd name="adj" fmla="val 1923"/>
            </a:avLst>
          </a:prstGeom>
          <a:solidFill>
            <a:srgbClr val="0F1011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2560320" cy="4572000"/>
          </a:xfrm>
          <a:prstGeom prst="rect">
            <a:avLst/>
          </a:prstGeom>
          <a:solidFill>
            <a:srgbClr val="0A0A0D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🔵 Kairos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2286000" cy="411480"/>
          </a:xfrm>
          <a:prstGeom prst="roundRect">
            <a:avLst>
              <a:gd name="adj" fmla="val 8889"/>
            </a:avLst>
          </a:prstGeom>
          <a:solidFill>
            <a:srgbClr val="1E215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94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debug-431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turns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2286000" cy="411480"/>
          </a:xfrm>
          <a:prstGeom prst="roundRect">
            <a:avLst>
              <a:gd name="adj" fmla="val 8889"/>
            </a:avLst>
          </a:prstGeom>
          <a:solidFill>
            <a:srgbClr val="0F101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api-design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8986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turns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2286000" cy="411480"/>
          </a:xfrm>
          <a:prstGeom prst="roundRect">
            <a:avLst>
              <a:gd name="adj" fmla="val 8889"/>
            </a:avLst>
          </a:prstGeom>
          <a:solidFill>
            <a:srgbClr val="0F101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004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refactor-v2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4015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turns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703320"/>
            <a:ext cx="2286000" cy="411480"/>
          </a:xfrm>
          <a:prstGeom prst="roundRect">
            <a:avLst>
              <a:gd name="adj" fmla="val 8889"/>
            </a:avLst>
          </a:prstGeom>
          <a:solidFill>
            <a:srgbClr val="0F101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rag-tuning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turns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566160" y="2331720"/>
            <a:ext cx="7589520" cy="731520"/>
          </a:xfrm>
          <a:prstGeom prst="roundRect">
            <a:avLst>
              <a:gd name="adj" fmla="val 7500"/>
            </a:avLst>
          </a:prstGeom>
          <a:solidFill>
            <a:srgbClr val="191A1B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26791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A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/api/sessions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3200400"/>
            <a:ext cx="7589520" cy="731520"/>
          </a:xfrm>
          <a:prstGeom prst="roundRect">
            <a:avLst>
              <a:gd name="adj" fmla="val 7500"/>
            </a:avLst>
          </a:prstGeom>
          <a:solidFill>
            <a:srgbClr val="191A1B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35478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A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/api/sessions/save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66160" y="4069080"/>
            <a:ext cx="7589520" cy="731520"/>
          </a:xfrm>
          <a:prstGeom prst="roundRect">
            <a:avLst>
              <a:gd name="adj" fmla="val 7500"/>
            </a:avLst>
          </a:prstGeom>
          <a:solidFill>
            <a:srgbClr val="191A1B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49040" y="44165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A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/api/sessions/load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66160" y="4937760"/>
            <a:ext cx="7589520" cy="731520"/>
          </a:xfrm>
          <a:prstGeom prst="roundRect">
            <a:avLst>
              <a:gd name="adj" fmla="val 7500"/>
            </a:avLst>
          </a:prstGeom>
          <a:solidFill>
            <a:srgbClr val="191A1B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4983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49040" y="52852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A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/api/sessions/:name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Responsive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77640" y="1051560"/>
            <a:ext cx="3200400" cy="5029200"/>
          </a:xfrm>
          <a:prstGeom prst="roundRect">
            <a:avLst>
              <a:gd name="adj" fmla="val 8571"/>
            </a:avLst>
          </a:prstGeom>
          <a:solidFill>
            <a:srgbClr val="1A1A1E"/>
          </a:solidFill>
          <a:ln w="12700">
            <a:solidFill>
              <a:srgbClr val="3E3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1188720"/>
            <a:ext cx="2926080" cy="4754880"/>
          </a:xfrm>
          <a:prstGeom prst="rect">
            <a:avLst/>
          </a:prstGeom>
          <a:solidFill>
            <a:srgbClr val="08090A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1188720"/>
            <a:ext cx="2926080" cy="320040"/>
          </a:xfrm>
          <a:prstGeom prst="rect">
            <a:avLst/>
          </a:prstGeom>
          <a:solidFill>
            <a:srgbClr val="0F1011"/>
          </a:solidFill>
          <a:ln/>
        </p:spPr>
      </p:sp>
      <p:sp>
        <p:nvSpPr>
          <p:cNvPr id="7" name="Text 5"/>
          <p:cNvSpPr/>
          <p:nvPr/>
        </p:nvSpPr>
        <p:spPr>
          <a:xfrm>
            <a:off x="4251960" y="1207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Kairos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51960" y="169164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25196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 Web UI.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22860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91A1B"/>
          </a:solidFill>
          <a:ln w="2540">
            <a:solidFill>
              <a:srgbClr val="3E3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331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tools?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51960" y="301752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251960" y="3154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tools: file,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terminal, web,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RAG...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3931920"/>
            <a:ext cx="2560320" cy="274320"/>
          </a:xfrm>
          <a:prstGeom prst="roundRect">
            <a:avLst>
              <a:gd name="adj" fmla="val 13333"/>
            </a:avLst>
          </a:prstGeom>
          <a:solidFill>
            <a:srgbClr val="191A1B"/>
          </a:solidFill>
          <a:ln w="2540">
            <a:solidFill>
              <a:srgbClr val="3E3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search_files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0" y="5440680"/>
            <a:ext cx="2560320" cy="320040"/>
          </a:xfrm>
          <a:prstGeom prst="roundRect">
            <a:avLst>
              <a:gd name="adj" fmla="val 11429"/>
            </a:avLst>
          </a:prstGeom>
          <a:solidFill>
            <a:srgbClr val="191A1B"/>
          </a:solidFill>
          <a:ln w="2540">
            <a:solidFill>
              <a:srgbClr val="3E3E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5440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anything...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54406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5E6AD2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5440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Features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0" y="2048256"/>
            <a:ext cx="146304" cy="146304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hides at 768px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2551176"/>
            <a:ext cx="146304" cy="146304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Full-width chat on mobile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3054096"/>
            <a:ext cx="146304" cy="146304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expand tool calls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3557016"/>
            <a:ext cx="146304" cy="146304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42px touch targets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0" y="5120640"/>
            <a:ext cx="3200400" cy="731520"/>
          </a:xfrm>
          <a:prstGeom prst="roundRect">
            <a:avLst>
              <a:gd name="adj" fmla="val 7500"/>
            </a:avLst>
          </a:prstGeom>
          <a:solidFill>
            <a:srgbClr val="191A1B"/>
          </a:solidFill>
          <a:ln w="3810">
            <a:solidFill>
              <a:srgbClr val="3E3E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Dependencies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5440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· No npm · No build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modern browser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E6A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the Web UI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7280" y="2560320"/>
            <a:ext cx="9601200" cy="1645920"/>
          </a:xfrm>
          <a:prstGeom prst="roundRect">
            <a:avLst>
              <a:gd name="adj" fmla="val 5556"/>
            </a:avLst>
          </a:prstGeom>
          <a:solidFill>
            <a:srgbClr val="3E3E4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kairos web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✨ Kairos Web UI: http://127.0.0.1:8080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browser and start chatting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811 LOC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5212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+ SPA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4754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new deps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0" y="5212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aiohttp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4754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1,300+ tests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5212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0" y="4754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theme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78240" y="5212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github.com/buer103/kairos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Kairos Web UI</dc:title>
  <dc:subject>PptxGenJS Presentation</dc:subject>
  <dc:creator>Kairos</dc:creator>
  <cp:lastModifiedBy>Kairos</cp:lastModifiedBy>
  <cp:revision>1</cp:revision>
  <dcterms:created xsi:type="dcterms:W3CDTF">2026-05-12T12:27:05Z</dcterms:created>
  <dcterms:modified xsi:type="dcterms:W3CDTF">2026-05-12T12:27:05Z</dcterms:modified>
</cp:coreProperties>
</file>