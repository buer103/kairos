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914400"/>
            <a:ext cx="274320" cy="274320"/>
          </a:xfrm>
          <a:prstGeom prst="ellipse">
            <a:avLst/>
          </a:prstGeom>
          <a:solidFill>
            <a:srgbClr val="27A644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188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Kairos Web UI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Linear-inspired dark theme  ·  SSE streaming  ·  Session management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3474720"/>
            <a:ext cx="2286000" cy="1645920"/>
          </a:xfrm>
          <a:prstGeom prst="roundRect">
            <a:avLst>
              <a:gd name="adj" fmla="val 4444"/>
            </a:avLst>
          </a:prstGeom>
          <a:solidFill>
            <a:srgbClr val="191A1B"/>
          </a:solidFill>
          <a:ln w="6350">
            <a:solidFill>
              <a:srgbClr val="3E3E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40233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SSE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output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3474720"/>
            <a:ext cx="2286000" cy="1645920"/>
          </a:xfrm>
          <a:prstGeom prst="roundRect">
            <a:avLst>
              <a:gd name="adj" fmla="val 4444"/>
            </a:avLst>
          </a:prstGeom>
          <a:solidFill>
            <a:srgbClr val="191A1B"/>
          </a:solidFill>
          <a:ln w="6350">
            <a:solidFill>
              <a:srgbClr val="3E3E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Collapsible tool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details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474720"/>
            <a:ext cx="2286000" cy="1645920"/>
          </a:xfrm>
          <a:prstGeom prst="roundRect">
            <a:avLst>
              <a:gd name="adj" fmla="val 4444"/>
            </a:avLst>
          </a:prstGeom>
          <a:solidFill>
            <a:srgbClr val="191A1B"/>
          </a:solidFill>
          <a:ln w="6350">
            <a:solidFill>
              <a:srgbClr val="3E3E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0" y="40233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load, save,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sessions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78240" y="3474720"/>
            <a:ext cx="2286000" cy="1645920"/>
          </a:xfrm>
          <a:prstGeom prst="roundRect">
            <a:avLst>
              <a:gd name="adj" fmla="val 4444"/>
            </a:avLst>
          </a:prstGeom>
          <a:solidFill>
            <a:srgbClr val="191A1B"/>
          </a:solidFill>
          <a:ln w="6350">
            <a:solidFill>
              <a:srgbClr val="3E3E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36118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0" y="402336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everywhere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5486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6A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kairos web  →  http://127.0.0.1:8080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Interface — SSE Streaming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47120" cy="4937760"/>
          </a:xfrm>
          <a:prstGeom prst="roundRect">
            <a:avLst>
              <a:gd name="adj" fmla="val 2222"/>
            </a:avLst>
          </a:prstGeom>
          <a:solidFill>
            <a:srgbClr val="0F1011"/>
          </a:solidFill>
          <a:ln w="6350">
            <a:solidFill>
              <a:srgbClr val="3E3E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solidFill>
            <a:srgbClr val="141516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572768"/>
            <a:ext cx="128016" cy="128016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572768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572768"/>
            <a:ext cx="128016" cy="128016"/>
          </a:xfrm>
          <a:prstGeom prst="ellipse">
            <a:avLst/>
          </a:prstGeom>
          <a:solidFill>
            <a:srgbClr val="27A644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14813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localhost:8080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2286000" cy="4572000"/>
          </a:xfrm>
          <a:prstGeom prst="rect">
            <a:avLst/>
          </a:prstGeom>
          <a:solidFill>
            <a:srgbClr val="0F1011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20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Kairos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377440"/>
            <a:ext cx="1965960" cy="320040"/>
          </a:xfrm>
          <a:prstGeom prst="roundRect">
            <a:avLst>
              <a:gd name="adj" fmla="val 11429"/>
            </a:avLst>
          </a:prstGeom>
          <a:solidFill>
            <a:srgbClr val="1E2152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debug-431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2788920"/>
            <a:ext cx="1965960" cy="320040"/>
          </a:xfrm>
          <a:prstGeom prst="roundRect">
            <a:avLst>
              <a:gd name="adj" fmla="val 11429"/>
            </a:avLst>
          </a:prstGeom>
          <a:solidFill>
            <a:srgbClr val="0F1011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7889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3200400"/>
            <a:ext cx="1965960" cy="320040"/>
          </a:xfrm>
          <a:prstGeom prst="roundRect">
            <a:avLst>
              <a:gd name="adj" fmla="val 11429"/>
            </a:avLst>
          </a:prstGeom>
          <a:solidFill>
            <a:srgbClr val="0F1011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2004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611880"/>
            <a:ext cx="1965960" cy="320040"/>
          </a:xfrm>
          <a:prstGeom prst="roundRect">
            <a:avLst>
              <a:gd name="adj" fmla="val 11429"/>
            </a:avLst>
          </a:prstGeom>
          <a:solidFill>
            <a:srgbClr val="0F1011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new-feature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26080" y="1920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0" y="1901952"/>
            <a:ext cx="822960" cy="274320"/>
          </a:xfrm>
          <a:prstGeom prst="roundRect">
            <a:avLst>
              <a:gd name="adj" fmla="val 3330000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901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98080" y="2377440"/>
            <a:ext cx="3931920" cy="640080"/>
          </a:xfrm>
          <a:prstGeom prst="roundRect">
            <a:avLst>
              <a:gd name="adj" fmla="val 11429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24505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health check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for Kairos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200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017520" y="34015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a FastAPI health check endpoint: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17520" y="3749040"/>
            <a:ext cx="7772400" cy="1645920"/>
          </a:xfrm>
          <a:prstGeom prst="roundRect">
            <a:avLst>
              <a:gd name="adj" fmla="val 4444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0" y="38404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D0D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@app.get("/health")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D0D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D0D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{"status": "ok"}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926080" y="5852160"/>
            <a:ext cx="7863840" cy="384048"/>
          </a:xfrm>
          <a:prstGeom prst="roundRect">
            <a:avLst>
              <a:gd name="adj" fmla="val 9524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585216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message...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424160" y="5852160"/>
            <a:ext cx="457200" cy="384048"/>
          </a:xfrm>
          <a:prstGeom prst="roundRect">
            <a:avLst>
              <a:gd name="adj" fmla="val 9524"/>
            </a:avLst>
          </a:prstGeom>
          <a:solidFill>
            <a:srgbClr val="5E6AD2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585216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 Visibility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shown inline — click to expand details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0972800" cy="4206240"/>
          </a:xfrm>
          <a:prstGeom prst="roundRect">
            <a:avLst>
              <a:gd name="adj" fmla="val 2174"/>
            </a:avLst>
          </a:prstGeom>
          <a:solidFill>
            <a:srgbClr val="0F1011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check the code and run tests.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834640"/>
            <a:ext cx="6400800" cy="320040"/>
          </a:xfrm>
          <a:prstGeom prst="roundRect">
            <a:avLst>
              <a:gd name="adj" fmla="val 11429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834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search_files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0" y="28346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matches found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3246120"/>
            <a:ext cx="6400800" cy="1188720"/>
          </a:xfrm>
          <a:prstGeom prst="roundRect">
            <a:avLst>
              <a:gd name="adj" fmla="val 3077"/>
            </a:avLst>
          </a:prstGeom>
          <a:solidFill>
            <a:srgbClr val="191A1B"/>
          </a:solidFill>
          <a:ln w="6350">
            <a:solidFill>
              <a:srgbClr val="5E6A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terminal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7A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1344 passed in 12.3s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566160"/>
            <a:ext cx="6400800" cy="0"/>
          </a:xfrm>
          <a:prstGeom prst="line">
            <a:avLst/>
          </a:prstGeom>
          <a:noFill/>
          <a:ln w="3810">
            <a:solidFill>
              <a:srgbClr val="3E3E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611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1560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6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"command": "pytest -q", "timeout": 120 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1560" y="41605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12,340ms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14400" y="4572000"/>
            <a:ext cx="6400800" cy="320040"/>
          </a:xfrm>
          <a:prstGeom prst="roundRect">
            <a:avLst>
              <a:gd name="adj" fmla="val 11429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572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read_file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4572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6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lines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1,344 tests pass. Kairos is healthy.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Management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0972800" cy="4754880"/>
          </a:xfrm>
          <a:prstGeom prst="roundRect">
            <a:avLst>
              <a:gd name="adj" fmla="val 1923"/>
            </a:avLst>
          </a:prstGeom>
          <a:solidFill>
            <a:srgbClr val="0F1011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560320" cy="4572000"/>
          </a:xfrm>
          <a:prstGeom prst="rect">
            <a:avLst/>
          </a:prstGeom>
          <a:solidFill>
            <a:srgbClr val="0A0A0D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Kairos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2286000" cy="411480"/>
          </a:xfrm>
          <a:prstGeom prst="roundRect">
            <a:avLst>
              <a:gd name="adj" fmla="val 8889"/>
            </a:avLst>
          </a:prstGeom>
          <a:solidFill>
            <a:srgbClr val="1E215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945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debug-431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turns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2286000" cy="411480"/>
          </a:xfrm>
          <a:prstGeom prst="roundRect">
            <a:avLst>
              <a:gd name="adj" fmla="val 8889"/>
            </a:avLst>
          </a:prstGeom>
          <a:solidFill>
            <a:srgbClr val="0F101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974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api-design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89864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turns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31520" y="3200400"/>
            <a:ext cx="2286000" cy="411480"/>
          </a:xfrm>
          <a:prstGeom prst="roundRect">
            <a:avLst>
              <a:gd name="adj" fmla="val 8889"/>
            </a:avLst>
          </a:prstGeom>
          <a:solidFill>
            <a:srgbClr val="0F1011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2004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refactor-v2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40156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turns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" y="3703320"/>
            <a:ext cx="2286000" cy="411480"/>
          </a:xfrm>
          <a:prstGeom prst="roundRect">
            <a:avLst>
              <a:gd name="adj" fmla="val 8889"/>
            </a:avLst>
          </a:prstGeom>
          <a:solidFill>
            <a:srgbClr val="0F101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7033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rag-tuning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90448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turns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566160" y="1828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566160" y="2331720"/>
            <a:ext cx="7589520" cy="731520"/>
          </a:xfrm>
          <a:prstGeom prst="roundRect">
            <a:avLst>
              <a:gd name="adj" fmla="val 75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4904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267919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66160" y="3200400"/>
            <a:ext cx="7589520" cy="731520"/>
          </a:xfrm>
          <a:prstGeom prst="roundRect">
            <a:avLst>
              <a:gd name="adj" fmla="val 75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3246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Save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354787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/api/sessions/save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6160" y="4069080"/>
            <a:ext cx="7589520" cy="731520"/>
          </a:xfrm>
          <a:prstGeom prst="roundRect">
            <a:avLst>
              <a:gd name="adj" fmla="val 75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49040" y="4114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49040" y="44165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/api/sessions/load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66160" y="4937760"/>
            <a:ext cx="7589520" cy="731520"/>
          </a:xfrm>
          <a:prstGeom prst="roundRect">
            <a:avLst>
              <a:gd name="adj" fmla="val 75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4983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49040" y="52852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/api/sessions/:name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Responsive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977640" y="1051560"/>
            <a:ext cx="3200400" cy="5029200"/>
          </a:xfrm>
          <a:prstGeom prst="roundRect">
            <a:avLst>
              <a:gd name="adj" fmla="val 8571"/>
            </a:avLst>
          </a:prstGeom>
          <a:solidFill>
            <a:srgbClr val="1A1A1E"/>
          </a:solidFill>
          <a:ln w="12700">
            <a:solidFill>
              <a:srgbClr val="3E3E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0" y="1188720"/>
            <a:ext cx="2926080" cy="4754880"/>
          </a:xfrm>
          <a:prstGeom prst="rect">
            <a:avLst/>
          </a:prstGeom>
          <a:solidFill>
            <a:srgbClr val="08090A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0" y="1188720"/>
            <a:ext cx="2926080" cy="320040"/>
          </a:xfrm>
          <a:prstGeom prst="rect">
            <a:avLst/>
          </a:prstGeom>
          <a:solidFill>
            <a:srgbClr val="0F1011"/>
          </a:solidFill>
          <a:ln/>
        </p:spPr>
      </p:sp>
      <p:sp>
        <p:nvSpPr>
          <p:cNvPr id="7" name="Text 5"/>
          <p:cNvSpPr/>
          <p:nvPr/>
        </p:nvSpPr>
        <p:spPr>
          <a:xfrm>
            <a:off x="4251960" y="12070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Kairos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51960" y="1691640"/>
            <a:ext cx="914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251960" y="1828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 Web UI.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60720" y="2286000"/>
            <a:ext cx="1188720" cy="502920"/>
          </a:xfrm>
          <a:prstGeom prst="roundRect">
            <a:avLst>
              <a:gd name="adj" fmla="val 10909"/>
            </a:avLst>
          </a:prstGeom>
          <a:solidFill>
            <a:srgbClr val="191A1B"/>
          </a:solidFill>
          <a:ln w="2540">
            <a:solidFill>
              <a:srgbClr val="3E3E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23317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tools?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51960" y="3017520"/>
            <a:ext cx="914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E6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251960" y="3154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tools: file,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terminal, web,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RAG...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97680" y="3931920"/>
            <a:ext cx="2560320" cy="274320"/>
          </a:xfrm>
          <a:prstGeom prst="roundRect">
            <a:avLst>
              <a:gd name="adj" fmla="val 13333"/>
            </a:avLst>
          </a:prstGeom>
          <a:solidFill>
            <a:srgbClr val="191A1B"/>
          </a:solidFill>
          <a:ln w="2540">
            <a:solidFill>
              <a:srgbClr val="3E3E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search_files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14800" y="5440680"/>
            <a:ext cx="2560320" cy="320040"/>
          </a:xfrm>
          <a:prstGeom prst="roundRect">
            <a:avLst>
              <a:gd name="adj" fmla="val 11429"/>
            </a:avLst>
          </a:prstGeom>
          <a:solidFill>
            <a:srgbClr val="191A1B"/>
          </a:solidFill>
          <a:ln w="2540">
            <a:solidFill>
              <a:srgbClr val="3E3E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5440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anything...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75120" y="5440680"/>
            <a:ext cx="320040" cy="320040"/>
          </a:xfrm>
          <a:prstGeom prst="roundRect">
            <a:avLst>
              <a:gd name="adj" fmla="val 11429"/>
            </a:avLst>
          </a:prstGeom>
          <a:solidFill>
            <a:srgbClr val="5E6AD2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5440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Responsive Features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0" y="2048256"/>
            <a:ext cx="146304" cy="146304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hides at 768px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0" y="2551176"/>
            <a:ext cx="146304" cy="146304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2514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Full-width chat on mobile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0" y="3054096"/>
            <a:ext cx="146304" cy="146304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to expand tool calls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0" y="3557016"/>
            <a:ext cx="146304" cy="146304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42px touch targets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0" y="5120640"/>
            <a:ext cx="3200400" cy="731520"/>
          </a:xfrm>
          <a:prstGeom prst="roundRect">
            <a:avLst>
              <a:gd name="adj" fmla="val 7500"/>
            </a:avLst>
          </a:prstGeom>
          <a:solidFill>
            <a:srgbClr val="191A1B"/>
          </a:solidFill>
          <a:ln w="3810">
            <a:solidFill>
              <a:srgbClr val="3E3E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51937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8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Dependencies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5440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HTML · No npm · No build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modern browser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E6A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KAIROS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 the Web UI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9601200" cy="1645920"/>
          </a:xfrm>
          <a:prstGeom prst="roundRect">
            <a:avLst>
              <a:gd name="adj" fmla="val 5556"/>
            </a:avLst>
          </a:prstGeom>
          <a:solidFill>
            <a:srgbClr val="3E3E4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743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kairos web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3246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✨ Kairos Web UI: http://127.0.0.1:8080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browser and start chatting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754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811 LOC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+ SPA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4754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new deps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0" y="5212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aiohttp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4754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1,300+ tests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5212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0" y="47548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theme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778240" y="5212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github.com/buer103/kairos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Kairos Web UI</dc:title>
  <dc:subject>PptxGenJS Presentation</dc:subject>
  <dc:creator>Kairos</dc:creator>
  <cp:lastModifiedBy>Kairos</cp:lastModifiedBy>
  <cp:revision>1</cp:revision>
  <dcterms:created xsi:type="dcterms:W3CDTF">2026-05-13T00:14:51Z</dcterms:created>
  <dcterms:modified xsi:type="dcterms:W3CDTF">2026-05-13T00:14:51Z</dcterms:modified>
</cp:coreProperties>
</file>