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4592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58A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καιρός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Kairos Agent Framework  v0.16.0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32918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tool, at the right moment.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41148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FB9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1,276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4754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83280" y="41148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FB9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383280" y="4754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Layers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94960" y="41148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FB9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394960" y="4754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Providers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06640" y="41148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FB9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7406640" y="4754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Adapters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418320" y="41148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FB9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9418320" y="4754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TUI Skins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0" y="60350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github.com/buer103/kairos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8A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Chat Session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Live streaming output with Rich TUI — token-by-token rendering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6858000" cy="5303520"/>
          </a:xfrm>
          <a:prstGeom prst="rect">
            <a:avLst>
              <a:gd name="adj" fmla="val 862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88720"/>
            <a:ext cx="6858000" cy="274320"/>
          </a:xfrm>
          <a:prstGeom prst="rect">
            <a:avLst>
              <a:gd name="adj" fmla="val 16667"/>
            </a:avLst>
          </a:prstGeom>
          <a:solidFill>
            <a:srgbClr val="21262D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207008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● ● ●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" y="1207008"/>
            <a:ext cx="6126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kairos — bash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65836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ℹ️  Kairos 0.16.0 · Model: deepseek-chat · Streaming: 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847088"/>
            <a:ext cx="65836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139696"/>
            <a:ext cx="65836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432304"/>
            <a:ext cx="65836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分析一下项目架构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724912"/>
            <a:ext cx="65836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3017520"/>
            <a:ext cx="65836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🤖 Kairos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310128"/>
            <a:ext cx="65836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好的，让我查看项目结构...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3602736"/>
            <a:ext cx="65836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3895344"/>
            <a:ext cx="65836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🔧 search_files (120ms)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4187952"/>
            <a:ext cx="65836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pattern: *.py  target: files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4480560"/>
            <a:ext cx="65836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4773168"/>
            <a:ext cx="65836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这是一个三层架构的 AI Agent 框架: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5065776"/>
            <a:ext cx="65836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1. Agent Loop — ReAct 模式循环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5358384"/>
            <a:ext cx="65836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2. Middleware Pipeline — 20 层中间件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5650992"/>
            <a:ext cx="65836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3. Infrastructure — RAG/Knowledge/Evidence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5943600"/>
            <a:ext cx="65836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6236208"/>
            <a:ext cx="65836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📊 Tokens: 1,847 · in: 1,234 · out: 613 · ≈$0.0048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589520" y="1371600"/>
            <a:ext cx="4114800" cy="1097280"/>
          </a:xfrm>
          <a:prstGeom prst="rect">
            <a:avLst>
              <a:gd name="adj" fmla="val 4167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321040" y="1463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Streaming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321040" y="18288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Token-by-token output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Rich Live display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589520" y="2606040"/>
            <a:ext cx="4114800" cy="1097280"/>
          </a:xfrm>
          <a:prstGeom prst="rect">
            <a:avLst>
              <a:gd name="adj" fmla="val 4167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🔧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321040" y="2697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321040" y="30632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tool execution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timing &amp; results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589520" y="3840480"/>
            <a:ext cx="4114800" cy="1097280"/>
          </a:xfrm>
          <a:prstGeom prst="rect">
            <a:avLst>
              <a:gd name="adj" fmla="val 4167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8321040" y="3931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Tracking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321040" y="42976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+ cost shown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every response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589520" y="5074920"/>
            <a:ext cx="4114800" cy="1097280"/>
          </a:xfrm>
          <a:prstGeom prst="rect">
            <a:avLst>
              <a:gd name="adj" fmla="val 4167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0" y="5166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📌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8321040" y="5166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Bar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321040" y="55321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· Session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· Cost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8A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Slash Commands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14 built-in commands for session control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71323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Command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Description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/exit, /quit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Exit chat session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/help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Show command list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/history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Conversation history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/clear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Clear conversation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/model &lt;name&gt;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Switch LLM model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/skin &lt;name&gt;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Switch TUI skin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/tools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List available tools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/verbose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Toggle verbose output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/cron list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List cron jobs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/run &lt;query&gt;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One-shot query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/save &lt;name&gt;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Save session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/sessions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List saved sessions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/perm &lt;action&gt;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Permission management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/skills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List installed skills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1188720"/>
            <a:ext cx="4114800" cy="347472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0" y="1188720"/>
            <a:ext cx="7132320" cy="347472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8A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Built-in Skins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Instantly switch themes via /skin &lt;name&gt;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057400" cy="1371600"/>
          </a:xfrm>
          <a:prstGeom prst="rect">
            <a:avLst>
              <a:gd name="adj" fmla="val 4000"/>
            </a:avLst>
          </a:prstGeom>
          <a:solidFill>
            <a:srgbClr val="0D1117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default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14400" y="2103120"/>
            <a:ext cx="1143000" cy="228600"/>
          </a:xfrm>
          <a:prstGeom prst="rect">
            <a:avLst>
              <a:gd name="adj" fmla="val 12000"/>
            </a:avLst>
          </a:prstGeom>
          <a:solidFill>
            <a:srgbClr val="58A6FF"/>
          </a:solidFill>
          <a:ln/>
        </p:spPr>
      </p:sp>
      <p:sp>
        <p:nvSpPr>
          <p:cNvPr id="8" name="Shape 6"/>
          <p:cNvSpPr/>
          <p:nvPr/>
        </p:nvSpPr>
        <p:spPr>
          <a:xfrm>
            <a:off x="2651760" y="1188720"/>
            <a:ext cx="2057400" cy="1371600"/>
          </a:xfrm>
          <a:prstGeom prst="rect">
            <a:avLst>
              <a:gd name="adj" fmla="val 4000"/>
            </a:avLst>
          </a:prstGeom>
          <a:solidFill>
            <a:srgbClr val="0A0A0A"/>
          </a:solidFill>
          <a:ln w="19050">
            <a:solidFill>
              <a:srgbClr val="00FF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137160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hacker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651760" y="178308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Matrix-inspired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08960" y="2103120"/>
            <a:ext cx="1143000" cy="228600"/>
          </a:xfrm>
          <a:prstGeom prst="rect">
            <a:avLst>
              <a:gd name="adj" fmla="val 12000"/>
            </a:avLst>
          </a:prstGeom>
          <a:solidFill>
            <a:srgbClr val="00FF00"/>
          </a:solidFill>
          <a:ln/>
        </p:spPr>
      </p:sp>
      <p:sp>
        <p:nvSpPr>
          <p:cNvPr id="12" name="Shape 10"/>
          <p:cNvSpPr/>
          <p:nvPr/>
        </p:nvSpPr>
        <p:spPr>
          <a:xfrm>
            <a:off x="4846320" y="1188720"/>
            <a:ext cx="2057400" cy="1371600"/>
          </a:xfrm>
          <a:prstGeom prst="rect">
            <a:avLst>
              <a:gd name="adj" fmla="val 4000"/>
            </a:avLst>
          </a:prstGeom>
          <a:solidFill>
            <a:srgbClr val="1A1025"/>
          </a:solidFill>
          <a:ln w="19050">
            <a:solidFill>
              <a:srgbClr val="00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37160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78308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80s aesthetic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03520" y="2103120"/>
            <a:ext cx="1143000" cy="228600"/>
          </a:xfrm>
          <a:prstGeom prst="rect">
            <a:avLst>
              <a:gd name="adj" fmla="val 12000"/>
            </a:avLst>
          </a:prstGeom>
          <a:solidFill>
            <a:srgbClr val="00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7040880" y="1188720"/>
            <a:ext cx="2057400" cy="1371600"/>
          </a:xfrm>
          <a:prstGeom prst="rect">
            <a:avLst>
              <a:gd name="adj" fmla="val 4000"/>
            </a:avLst>
          </a:prstGeom>
          <a:solidFill>
            <a:srgbClr val="0D111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137160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minimal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040880" y="178308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noise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98080" y="2103120"/>
            <a:ext cx="1143000" cy="228600"/>
          </a:xfrm>
          <a:prstGeom prst="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9235440" y="1188720"/>
            <a:ext cx="2057400" cy="1371600"/>
          </a:xfrm>
          <a:prstGeom prst="rect">
            <a:avLst>
              <a:gd name="adj" fmla="val 4000"/>
            </a:avLst>
          </a:prstGeom>
          <a:solidFill>
            <a:srgbClr val="0A1628"/>
          </a:solidFill>
          <a:ln w="19050">
            <a:solidFill>
              <a:srgbClr val="00B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35440" y="137160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ocean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235440" y="178308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blue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692640" y="2103120"/>
            <a:ext cx="1143000" cy="228600"/>
          </a:xfrm>
          <a:prstGeom prst="rect">
            <a:avLst>
              <a:gd name="adj" fmla="val 12000"/>
            </a:avLst>
          </a:prstGeom>
          <a:solidFill>
            <a:srgbClr val="00B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2697480"/>
            <a:ext cx="2057400" cy="1371600"/>
          </a:xfrm>
          <a:prstGeom prst="rect">
            <a:avLst>
              <a:gd name="adj" fmla="val 4000"/>
            </a:avLst>
          </a:prstGeom>
          <a:solidFill>
            <a:srgbClr val="1A0A0A"/>
          </a:solidFill>
          <a:ln w="19050">
            <a:solidFill>
              <a:srgbClr val="FF8C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8803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sunset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329184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palette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14400" y="3611880"/>
            <a:ext cx="1143000" cy="228600"/>
          </a:xfrm>
          <a:prstGeom prst="rect">
            <a:avLst>
              <a:gd name="adj" fmla="val 12000"/>
            </a:avLst>
          </a:prstGeom>
          <a:solidFill>
            <a:srgbClr val="FF8C00"/>
          </a:solidFill>
          <a:ln/>
        </p:spPr>
      </p:sp>
      <p:sp>
        <p:nvSpPr>
          <p:cNvPr id="28" name="Shape 26"/>
          <p:cNvSpPr/>
          <p:nvPr/>
        </p:nvSpPr>
        <p:spPr>
          <a:xfrm>
            <a:off x="2651760" y="2697480"/>
            <a:ext cx="2057400" cy="1371600"/>
          </a:xfrm>
          <a:prstGeom prst="rect">
            <a:avLst>
              <a:gd name="adj" fmla="val 4000"/>
            </a:avLst>
          </a:prstGeom>
          <a:solidFill>
            <a:srgbClr val="0A1A0A"/>
          </a:solidFill>
          <a:ln w="19050">
            <a:solidFill>
              <a:srgbClr val="66CD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51760" y="28803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CD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forest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651760" y="329184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green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108960" y="3611880"/>
            <a:ext cx="1143000" cy="228600"/>
          </a:xfrm>
          <a:prstGeom prst="rect">
            <a:avLst>
              <a:gd name="adj" fmla="val 12000"/>
            </a:avLst>
          </a:prstGeom>
          <a:solidFill>
            <a:srgbClr val="66CD00"/>
          </a:solidFill>
          <a:ln/>
        </p:spPr>
      </p:sp>
      <p:sp>
        <p:nvSpPr>
          <p:cNvPr id="32" name="Shape 30"/>
          <p:cNvSpPr/>
          <p:nvPr/>
        </p:nvSpPr>
        <p:spPr>
          <a:xfrm>
            <a:off x="4846320" y="2697480"/>
            <a:ext cx="2057400" cy="1371600"/>
          </a:xfrm>
          <a:prstGeom prst="rect">
            <a:avLst>
              <a:gd name="adj" fmla="val 4000"/>
            </a:avLst>
          </a:prstGeom>
          <a:solidFill>
            <a:srgbClr val="111111"/>
          </a:solidFill>
          <a:ln w="19050">
            <a:solidFill>
              <a:srgbClr val="AAAA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28803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midnight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846320" y="329184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subtle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303520" y="3611880"/>
            <a:ext cx="1143000" cy="228600"/>
          </a:xfrm>
          <a:prstGeom prst="rect">
            <a:avLst>
              <a:gd name="adj" fmla="val 12000"/>
            </a:avLst>
          </a:prstGeom>
          <a:solidFill>
            <a:srgbClr val="AAAAAA"/>
          </a:solidFill>
          <a:ln/>
        </p:spPr>
      </p:sp>
      <p:sp>
        <p:nvSpPr>
          <p:cNvPr id="36" name="Shape 34"/>
          <p:cNvSpPr/>
          <p:nvPr/>
        </p:nvSpPr>
        <p:spPr>
          <a:xfrm>
            <a:off x="7040880" y="2697480"/>
            <a:ext cx="2057400" cy="1371600"/>
          </a:xfrm>
          <a:prstGeom prst="rect">
            <a:avLst>
              <a:gd name="adj" fmla="val 4000"/>
            </a:avLst>
          </a:prstGeom>
          <a:solidFill>
            <a:srgbClr val="0D001A"/>
          </a:solidFill>
          <a:ln w="19050">
            <a:solidFill>
              <a:srgbClr val="FF00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40880" y="28803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neon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040880" y="329184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Cyberpunk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498080" y="3611880"/>
            <a:ext cx="1143000" cy="228600"/>
          </a:xfrm>
          <a:prstGeom prst="rect">
            <a:avLst>
              <a:gd name="adj" fmla="val 12000"/>
            </a:avLst>
          </a:prstGeom>
          <a:solidFill>
            <a:srgbClr val="FF00FF"/>
          </a:solidFill>
          <a:ln/>
        </p:spPr>
      </p:sp>
      <p:sp>
        <p:nvSpPr>
          <p:cNvPr id="40" name="Shape 38"/>
          <p:cNvSpPr/>
          <p:nvPr/>
        </p:nvSpPr>
        <p:spPr>
          <a:xfrm>
            <a:off x="9235440" y="2697480"/>
            <a:ext cx="2057400" cy="1371600"/>
          </a:xfrm>
          <a:prstGeom prst="rect">
            <a:avLst>
              <a:gd name="adj" fmla="val 4000"/>
            </a:avLst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235440" y="28803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mono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235440" y="329184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contrast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9692640" y="3611880"/>
            <a:ext cx="1143000" cy="228600"/>
          </a:xfrm>
          <a:prstGeom prst="rect">
            <a:avLst>
              <a:gd name="adj" fmla="val 12000"/>
            </a:avLst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8A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— 20-Layer Middleware Pipeline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Dependency-ordered: each layer has a specific lifecycle hook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011680" cy="384048"/>
          </a:xfrm>
          <a:prstGeom prst="rect">
            <a:avLst>
              <a:gd name="adj" fmla="val 9524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ThreadData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42032" y="1371600"/>
            <a:ext cx="2011680" cy="384048"/>
          </a:xfrm>
          <a:prstGeom prst="rect">
            <a:avLst>
              <a:gd name="adj" fmla="val 9524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42032" y="13716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Uploads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26864" y="1371600"/>
            <a:ext cx="2011680" cy="384048"/>
          </a:xfrm>
          <a:prstGeom prst="rect">
            <a:avLst>
              <a:gd name="adj" fmla="val 9524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26864" y="13716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DanglingToolCall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711696" y="1371600"/>
            <a:ext cx="2011680" cy="384048"/>
          </a:xfrm>
          <a:prstGeom prst="rect">
            <a:avLst>
              <a:gd name="adj" fmla="val 9524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11696" y="13716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SkillLoader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828800"/>
            <a:ext cx="2011680" cy="384048"/>
          </a:xfrm>
          <a:prstGeom prst="rect">
            <a:avLst>
              <a:gd name="adj" fmla="val 9524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8288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ContextCompressor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42032" y="1828800"/>
            <a:ext cx="2011680" cy="384048"/>
          </a:xfrm>
          <a:prstGeom prst="rect">
            <a:avLst>
              <a:gd name="adj" fmla="val 9524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42032" y="18288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26864" y="1828800"/>
            <a:ext cx="2011680" cy="384048"/>
          </a:xfrm>
          <a:prstGeom prst="rect">
            <a:avLst>
              <a:gd name="adj" fmla="val 9524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8288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11696" y="1828800"/>
            <a:ext cx="2011680" cy="384048"/>
          </a:xfrm>
          <a:prstGeom prst="rect">
            <a:avLst>
              <a:gd name="adj" fmla="val 9524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11696" y="18288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ViewImage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286000"/>
            <a:ext cx="2011680" cy="384048"/>
          </a:xfrm>
          <a:prstGeom prst="rect">
            <a:avLst>
              <a:gd name="adj" fmla="val 9524"/>
            </a:avLst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2860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EvidenceTracker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42032" y="2286000"/>
            <a:ext cx="2011680" cy="384048"/>
          </a:xfrm>
          <a:prstGeom prst="rect">
            <a:avLst>
              <a:gd name="adj" fmla="val 9524"/>
            </a:avLst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42032" y="22860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ToolArgRepair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26864" y="2286000"/>
            <a:ext cx="2011680" cy="384048"/>
          </a:xfrm>
          <a:prstGeom prst="rect">
            <a:avLst>
              <a:gd name="adj" fmla="val 9524"/>
            </a:avLst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2860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ConfidenceScorer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11696" y="2286000"/>
            <a:ext cx="2011680" cy="384048"/>
          </a:xfrm>
          <a:prstGeom prst="rect">
            <a:avLst>
              <a:gd name="adj" fmla="val 9524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11696" y="22860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LLMRetry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2743200"/>
            <a:ext cx="2011680" cy="384048"/>
          </a:xfrm>
          <a:prstGeom prst="rect">
            <a:avLst>
              <a:gd name="adj" fmla="val 9524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7432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542032" y="2743200"/>
            <a:ext cx="2011680" cy="384048"/>
          </a:xfrm>
          <a:prstGeom prst="rect">
            <a:avLst>
              <a:gd name="adj" fmla="val 9524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42032" y="27432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SubagentLimit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26864" y="2743200"/>
            <a:ext cx="2011680" cy="384048"/>
          </a:xfrm>
          <a:prstGeom prst="rect">
            <a:avLst>
              <a:gd name="adj" fmla="val 9524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26864" y="27432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711696" y="2743200"/>
            <a:ext cx="2011680" cy="384048"/>
          </a:xfrm>
          <a:prstGeom prst="rect">
            <a:avLst>
              <a:gd name="adj" fmla="val 9524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11696" y="27432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MemoryMiddleware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3200400"/>
            <a:ext cx="2011680" cy="384048"/>
          </a:xfrm>
          <a:prstGeom prst="rect">
            <a:avLst>
              <a:gd name="adj" fmla="val 9524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2004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Clarification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542032" y="3200400"/>
            <a:ext cx="2011680" cy="384048"/>
          </a:xfrm>
          <a:prstGeom prst="rect">
            <a:avLst>
              <a:gd name="adj" fmla="val 9524"/>
            </a:avLst>
          </a:prstGeom>
          <a:solidFill>
            <a:srgbClr val="161B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42032" y="32004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SandboxAudit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26864" y="3200400"/>
            <a:ext cx="2011680" cy="384048"/>
          </a:xfrm>
          <a:prstGeom prst="rect">
            <a:avLst>
              <a:gd name="adj" fmla="val 9524"/>
            </a:avLst>
          </a:prstGeom>
          <a:solidFill>
            <a:srgbClr val="161B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26864" y="32004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LoopDetection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711696" y="3200400"/>
            <a:ext cx="2011680" cy="384048"/>
          </a:xfrm>
          <a:prstGeom prst="rect">
            <a:avLst>
              <a:gd name="adj" fmla="val 9524"/>
            </a:avLst>
          </a:prstGeom>
          <a:solidFill>
            <a:srgbClr val="161B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11696" y="32004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SecurityMiddleware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" y="4754880"/>
            <a:ext cx="5303520" cy="1371600"/>
          </a:xfrm>
          <a:prstGeom prst="rect">
            <a:avLst>
              <a:gd name="adj" fmla="val 3333"/>
            </a:avLst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4846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Loop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40080" y="521208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pattern: think → tool_call → observe → repeat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StatefulAgent with session persistence &amp; interrupt/resume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streaming support via chat_stream()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217920" y="4754880"/>
            <a:ext cx="5303520" cy="1371600"/>
          </a:xfrm>
          <a:prstGeom prst="rect">
            <a:avLst>
              <a:gd name="adj" fmla="val 3333"/>
            </a:avLst>
          </a:prstGeom>
          <a:solidFill>
            <a:srgbClr val="161B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0" y="4846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400800" y="521208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Engine · KnowledgeStore · EvidenceDB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(3 tiers) · Skills+Curator · Gateway (11 platforms)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CredentialPool · TraceID · Prometheus Metrics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8A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 Start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486400" cy="2103120"/>
          </a:xfrm>
          <a:prstGeom prst="rect">
            <a:avLst>
              <a:gd name="adj" fmla="val 2174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5486400" cy="274320"/>
          </a:xfrm>
          <a:prstGeom prst="rect">
            <a:avLst>
              <a:gd name="adj" fmla="val 16667"/>
            </a:avLst>
          </a:prstGeom>
          <a:solidFill>
            <a:srgbClr val="21262D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024128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● ● ●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05840" y="1024128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Installation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137160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安装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664208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kairos-agent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956816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249424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或开发安装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542032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https://github.com/buer103/kairos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83464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kairos &amp;&amp; pip install -e 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005840"/>
            <a:ext cx="5486400" cy="2103120"/>
          </a:xfrm>
          <a:prstGeom prst="rect">
            <a:avLst>
              <a:gd name="adj" fmla="val 2174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005840"/>
            <a:ext cx="5486400" cy="274320"/>
          </a:xfrm>
          <a:prstGeom prst="rect">
            <a:avLst>
              <a:gd name="adj" fmla="val 16667"/>
            </a:avLst>
          </a:prstGeom>
          <a:solidFill>
            <a:srgbClr val="21262D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1024128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● ● ●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766560" y="1024128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Usage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355080" y="137160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设置 API Key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55080" y="1664208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DEEPSEEK_API_KEY=sk-...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55080" y="1956816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55080" y="2249424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交互式聊天 (实时流式)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55080" y="2542032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kairos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55080" y="283464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55080" y="3127248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单次查询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55080" y="3419856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kairos "分析项目架构"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383280"/>
            <a:ext cx="5486400" cy="2103120"/>
          </a:xfrm>
          <a:prstGeom prst="rect">
            <a:avLst>
              <a:gd name="adj" fmla="val 2174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383280"/>
            <a:ext cx="5486400" cy="274320"/>
          </a:xfrm>
          <a:prstGeom prst="rect">
            <a:avLst>
              <a:gd name="adj" fmla="val 16667"/>
            </a:avLst>
          </a:prstGeom>
          <a:solidFill>
            <a:srgbClr val="21262D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401568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● ● ●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05840" y="3401568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Gateway &amp; Docker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94360" y="374904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启动 REST API 服务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4360" y="4041648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kairos.gateway --port 8080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4360" y="4334256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94360" y="4626864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Docker 部署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94360" y="4919472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94360" y="521208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94360" y="5504688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健康检查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94360" y="5797296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http://localhost:8080/health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3383280"/>
          <a:ext cx="54864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4747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1276 tests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passing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providers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DeepSeek, OpenAI, Anthropic...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gateways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Telegram, WeChat, Slack...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security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ContentRedact, Permission...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 tools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Browser, MCP, Vision, RAG...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38" name="Text 35"/>
          <p:cNvSpPr/>
          <p:nvPr/>
        </p:nvSpPr>
        <p:spPr>
          <a:xfrm>
            <a:off x="6217920" y="3383280"/>
            <a:ext cx="2011680" cy="347472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8229600" y="3383280"/>
            <a:ext cx="3474720" cy="347472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2026-05-11T14:52:43Z</dcterms:created>
  <dcterms:modified xsi:type="dcterms:W3CDTF">2026-05-11T14:52:43Z</dcterms:modified>
</cp:coreProperties>
</file>